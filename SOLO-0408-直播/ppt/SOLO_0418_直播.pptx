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SOLO 0418 直播 · 天猪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0 · 01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9F9F7"/>
                </a:solidFill>
              </a:rPr>
              <a:t>SOLO 独立版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0A0A0"/>
                </a:solidFill>
              </a:rPr>
              <a:t>探索 AI Coding 的第三阶段：AI 自主编程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365760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0A0A0"/>
                </a:solidFill>
              </a:rPr>
              <a:t>随着大模型能力的极大提升，AI 已经从编程扩展到各个领域。今天，我们正式推出 SOLO 独立版。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开场 · 闭关历程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I · 02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52BA"/>
                </a:solidFill>
              </a:rPr>
              <a:t>11月15日的“受难者”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1E1E"/>
                </a:solidFill>
              </a:rPr>
              <a:t>每年 11 月 15 日的闭关传统，带来了认知与工具的持续进化。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</a:rPr>
              <a:t>加入字节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834640"/>
            <a:ext cx="1874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E1E"/>
                </a:solidFill>
              </a:rPr>
              <a:t>2022.11.15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514600" y="256032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</a:rPr>
              <a:t>闭关产出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14600" y="2834640"/>
            <a:ext cx="1874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E1E"/>
                </a:solidFill>
              </a:rPr>
              <a:t>MarsCode Cloud IDE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514600" y="356616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2023.11.15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0" y="256032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</a:rPr>
              <a:t>闭关产出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0" y="2834640"/>
            <a:ext cx="1874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E1E"/>
                </a:solidFill>
              </a:rPr>
              <a:t>TRAE IDE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572000" y="356616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2024.11.15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256032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</a:rPr>
              <a:t>全新产出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29400" y="2834640"/>
            <a:ext cx="1874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E1E"/>
                </a:solidFill>
              </a:rPr>
              <a:t>SOLO 独立版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629400" y="356616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2026年初 闭关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认知的迭代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开场 · 重新定义 AI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I · 03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B4F8"/>
                </a:solidFill>
              </a:rPr>
              <a:t>AI 角色跃迁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9F9F7"/>
                </a:solidFill>
              </a:rPr>
              <a:t>"从“人人都配备的高潜实习生”，到“每个人专属的高级个人助理”。"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3291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— AI 能力边界认知的全面升级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AI 角色跃迁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开场 · 认知的保鲜期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I · 04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52BA"/>
                </a:solidFill>
              </a:rPr>
              <a:t>痛并快乐着的打脸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1E1E"/>
                </a:solidFill>
              </a:rPr>
              <a:t>2月份的认知，在12月份就被推翻。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</a:rPr>
              <a:t>2月份的判断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1E"/>
                </a:solidFill>
              </a:rPr>
              <a:t>Tab Tab 是仪式感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</a:rPr>
              <a:t>当时认为 Builder 只是吸引尝鲜，Tab Tab 才是过日子的惊喜感。虽然知道未来是 Agent（自主理解、调用工具、完成任务），但觉得这一天还很远。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0" y="2377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</a:rPr>
              <a:t>12月份的共识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0" y="2743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1E"/>
                </a:solidFill>
              </a:rPr>
              <a:t>AI 自主编程已成常态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72000" y="329184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</a:rPr>
              <a:t>用 Agent 做长时间异步并行、在严肃场景中深度使用已成共识。比如社区 Expert 全年用 Agent 写了 30 万行代码，但只 Tab Tab 了 12 次。直接进入了第三阶段。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认知的跃迁速度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第二幕 · 真实实践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II · 05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E1E1E"/>
                </a:solidFill>
              </a:rPr>
              <a:t>实践：SOLO Powers SOLO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1371600" y="365760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66666"/>
                </a:solidFill>
              </a:rPr>
              <a:t>在前线看到了什么？我们把自己作为最佳实践，吃自己的狗粮。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实践 · 惊人的数据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II · 06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B4F8"/>
                </a:solidFill>
              </a:rPr>
              <a:t>开发 SOLO 的真实数据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9F9F7"/>
                </a:solidFill>
              </a:rPr>
              <a:t>我们不仅是做工具的人，更是第一批深度用户。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0A0A0"/>
                </a:solidFill>
              </a:rPr>
              <a:t>产出代码行数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8346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9F9F7"/>
                </a:solidFill>
              </a:rPr>
              <a:t>100万+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3200400" y="25603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0A0A0"/>
                </a:solidFill>
              </a:rPr>
              <a:t>总提交次数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28346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9F9F7"/>
                </a:solidFill>
              </a:rPr>
              <a:t>9,000+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5943600" y="25603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0A0A0"/>
                </a:solidFill>
              </a:rPr>
              <a:t>AI 代码贡献率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0" y="28346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9F9F7"/>
                </a:solidFill>
              </a:rPr>
              <a:t>93%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943600" y="35661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</a:rPr>
              <a:t>半年后可能就是整个行业的常态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SOLO Powers SOLO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实践 · 积极变化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II · 07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52BA"/>
                </a:solidFill>
              </a:rPr>
              <a:t>The Good Side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1E1E"/>
                </a:solidFill>
              </a:rPr>
              <a:t>知识显性化：从个人到团队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4114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66666"/>
                </a:solidFill>
              </a:rPr>
              <a:t>我们将团队的“隐性知识”沉淀为 AI 能读懂的 Skill 文件。那些只存在老员工脑子里的模块设计取舍、隐性耦合，现在变成了 AI 可以准确执行的标准。</a:t>
            </a:r>
            <a:endParaRPr lang="en-US" sz="1800" dirty="0"/>
          </a:p>
        </p:txBody>
      </p:sp>
      <p:pic>
        <p:nvPicPr>
          <p:cNvPr id="7" name="Image 0" descr="/workspace/SOLO-0408-直播/ppt/images/01-slide-im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097280"/>
            <a:ext cx="3931920" cy="21945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知识显性化探索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实践 · 真实痛点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II · 08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52BA"/>
                </a:solidFill>
              </a:rPr>
              <a:t>The Bad Side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1E1E"/>
                </a:solidFill>
              </a:rPr>
              <a:t>个人速度，不等于组织速度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4114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66666"/>
                </a:solidFill>
              </a:rPr>
              <a:t>AI 让写代码快了一个数量级，但产出量大了，Review 成为瓶颈。上下游衔接成本上升，交付周期并未同比例缩短。</a:t>
            </a:r>
            <a:endParaRPr lang="en-US" sz="1800" dirty="0"/>
          </a:p>
        </p:txBody>
      </p:sp>
      <p:pic>
        <p:nvPicPr>
          <p:cNvPr id="7" name="Image 0" descr="/workspace/SOLO-0408-直播/ppt/images/02-slide-im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097280"/>
            <a:ext cx="3931920" cy="21945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效率瓶颈的转移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第三幕 · 未来趋势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III · 09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9F9F7"/>
                </a:solidFill>
              </a:rPr>
              <a:t>趋势：两个清晰的方向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1371600" y="365760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0A0A0"/>
                </a:solidFill>
              </a:rPr>
              <a:t>基于一线的实践经验，我们看到了 AI Coding 正在发生的质变。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趋势 1 · 场景泛化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III · 10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52BA"/>
                </a:solidFill>
              </a:rPr>
              <a:t>More Than Coding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1E1E"/>
                </a:solidFill>
              </a:rPr>
              <a:t>AI Coding 正在成为基础设施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1E"/>
                </a:solidFill>
              </a:rPr>
              <a:t>纵向：研发链条延伸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</a:rPr>
              <a:t>从需求分析、交互设计、编码研发，到质量保障、线上运维。整条链路上的角色都在从中受益，不再只是程序员的专属。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2743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1E"/>
                </a:solidFill>
              </a:rPr>
              <a:t>横向：使用场景拓宽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0" y="329184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</a:rPr>
              <a:t>技术调研、写设计文档、整理会议纪要，甚至管理本地知识库。AI 的价值远不止于写代码。这也是 SOLO 提供 Work 模式的原因。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More Than Coding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趋势 2 · 协作模式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III · 11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B4F8"/>
                </a:solidFill>
              </a:rPr>
              <a:t>从执行者到决策者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9F9F7"/>
                </a:solidFill>
              </a:rPr>
              <a:t>角色定位与思维方式的升级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4114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0A0A0"/>
                </a:solidFill>
              </a:rPr>
              <a:t>过去你是 In the Loop，每一行代码都经过你的手；现在你要学会 On the Loop，设定约束、委派任务、审查结果。</a:t>
            </a:r>
            <a:endParaRPr lang="en-US" sz="1800" dirty="0"/>
          </a:p>
        </p:txBody>
      </p:sp>
      <p:pic>
        <p:nvPicPr>
          <p:cNvPr id="7" name="Image 0" descr="/workspace/SOLO-0408-直播/ppt/images/04-slide-im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097280"/>
            <a:ext cx="3931920" cy="21945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协作模式的变化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终极形态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· 12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E1E1E"/>
                </a:solidFill>
              </a:rPr>
              <a:t>自驾式的代码库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1371600" y="365760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66666"/>
                </a:solidFill>
              </a:rPr>
              <a:t>不是取代工程师，而是让每个工程师都能站在更高的抽象层次上思考和创造。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SOLO 0418 直播 — 正文</dc:title>
  <dc:subject>PptxGenJS Presentation</dc:subject>
  <dc:creator>SOLO</dc:creator>
  <cp:lastModifiedBy>SOLO</cp:lastModifiedBy>
  <cp:revision>1</cp:revision>
  <dcterms:created xsi:type="dcterms:W3CDTF">2026-04-24T05:01:13Z</dcterms:created>
  <dcterms:modified xsi:type="dcterms:W3CDTF">2026-04-24T05:01:13Z</dcterms:modified>
</cp:coreProperties>
</file>