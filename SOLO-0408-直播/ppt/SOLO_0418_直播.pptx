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CCCCC"/>
                </a:solidFill>
              </a:rPr>
              <a:t>SOLO 独立版发布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EFEA"/>
                </a:solidFill>
              </a:rPr>
              <a:t>SOLO 独立版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随着大模型能力的极大提升，AI 已经从编程扩展到各个领域。今天，我们正式推出 SOLO 独立版。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11月15日的“受难者”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每年 11 月 15 日的闭关传统，带来了认知与工具的持续进化。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B"/>
                </a:solidFill>
              </a:rPr>
              <a:t>2022.11.15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加入字节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B"/>
                </a:solidFill>
              </a:rPr>
              <a:t>MarsCode Cloud IDE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5176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闭关产出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2023.11.15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B"/>
                </a:solidFill>
              </a:rPr>
              <a:t>TRAE IDE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4632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闭关产出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2024.11.15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B"/>
                </a:solidFill>
              </a:rPr>
              <a:t>SOLO 独立版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04088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全新产出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2026年初 闭关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CCCCC"/>
                </a:solidFill>
              </a:rPr>
              <a:t>AI 角色跃迁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1EFEA"/>
                </a:solidFill>
              </a:rPr>
              <a:t>"从“人人都配备的高潜实习生”，到“每个人专属的高级个人助理”。"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痛并快乐着的打脸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2月份的认知，在12月份就被推翻。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当时认为 Builder 只是吸引尝鲜，Tab Tab 才是过日子的惊喜感。虽然知道未来是 Agent（自主理解、调用工具、完成任务），但觉得这一天还很远。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       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          用 Agent 做长时间异步并行、在严肃场景中深度使用已成共识。比如社区 Expert 全年用 Agent 写了 30 万行代码，但只 Tab Tab 了 12 次。直接进入了第三阶段。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Act 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实践：SOLO Powers SOLO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在前线看到了什么？我们把自己作为最佳实践，吃自己的狗粮。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CCCCC"/>
                </a:solidFill>
              </a:rPr>
              <a:t>开发 SOLO 的真实数据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EFEA"/>
                </a:solidFill>
              </a:rPr>
              <a:t>我们不仅是做工具的人，更是第一批深度用户。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FEA"/>
                </a:solidFill>
              </a:rPr>
              <a:t>100万+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产出代码行数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FEA"/>
                </a:solidFill>
              </a:rPr>
              <a:t>9,000+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65176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总提交次数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EFEA"/>
                </a:solidFill>
              </a:rPr>
              <a:t>93%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4632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AI 代码贡献率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半年后可能就是整个行业的常态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The Good Side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知识显性化：从个人到团队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我们将团队的“隐性知识”沉淀为 AI 能读懂的 Skill 文件。那些只存在老员工脑子里的模块设计取舍、隐性耦合，现在变成了 AI 可以准确执行的标准。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A0A0B"/>
                </a:solidFill>
              </a:rPr>
              <a:t>"以前新人上手要问三个老员工，现在一个 Skill 文件就能让 AI 准确执行。维护成本大幅下降。"</a:t>
            </a:r>
            <a:endParaRPr lang="en-US" sz="2800" dirty="0"/>
          </a:p>
        </p:txBody>
      </p:sp>
      <p:pic>
        <p:nvPicPr>
          <p:cNvPr id="6" name="Image 0" descr="/workspace/SOLO-0408-直播/ppt/images/01-slide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84048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The Bad Side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个人速度，不等于组织速度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AI 让写代码快了一个数量级，但产出量大了，Review 成为瓶颈。上下游衔接成本上升，交付周期并未同比例缩短。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A0A0B"/>
                </a:solidFill>
              </a:rPr>
              <a:t>"多人协同下的“隐性破坏”防不胜防。代码写得越快，这种交互层面、边界状态的“改坏”就越多。"</a:t>
            </a:r>
            <a:endParaRPr lang="en-US" sz="2800" dirty="0"/>
          </a:p>
        </p:txBody>
      </p:sp>
      <p:pic>
        <p:nvPicPr>
          <p:cNvPr id="6" name="Image 0" descr="/workspace/SOLO-0408-直播/ppt/images/02-slide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84048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CCCCC"/>
                </a:solidFill>
              </a:rPr>
              <a:t>Act III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EFEA"/>
                </a:solidFill>
              </a:rPr>
              <a:t>趋势：两个清晰的方向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基于一线的实践经验，我们看到了 AI Coding 正在发生的质变。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More Than Coding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AI Coding 正在成为基础设施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从需求分析、交互设计、编码研发，到质量保障、线上运维。整条链路上的角色都在从中受益，不再只是程序员的专属。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       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          技术调研、写设计文档、整理会议纪要，甚至管理本地知识库。AI 的价值远不止于写代码。这也是 SOLO 提供 Work 模式的原因。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CCCCC"/>
                </a:solidFill>
              </a:rPr>
              <a:t>从执行者到决策者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EFEA"/>
                </a:solidFill>
              </a:rPr>
              <a:t>角色定位与思维方式的升级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过去你是 In the Loop，每一行代码都经过你的手；现在你要学会 On the Loop，设定约束、委派任务、审查结果。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1EFEA"/>
                </a:solidFill>
              </a:rPr>
              <a:t>"从命令式到声明式。你不再告诉 AI“怎么做”，而是声明“什么该是对的”，Agent 会持续保证它。"</a:t>
            </a:r>
            <a:endParaRPr lang="en-US" sz="2800" dirty="0"/>
          </a:p>
        </p:txBody>
      </p:sp>
      <p:pic>
        <p:nvPicPr>
          <p:cNvPr id="6" name="Image 0" descr="/workspace/SOLO-0408-直播/ppt/images/04-slide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84048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55555"/>
                </a:solidFill>
              </a:rPr>
              <a:t>未来已来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B"/>
                </a:solidFill>
              </a:rPr>
              <a:t>自驾式的代码库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不是取代工程师，而是让每个工程师都能站在更高的抽象层次上思考和创造。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SOLO 0418 直播 — 正文</dc:title>
  <dc:subject>PptxGenJS Presentation</dc:subject>
  <dc:creator>SOLO</dc:creator>
  <cp:lastModifiedBy>SOLO</cp:lastModifiedBy>
  <cp:revision>1</cp:revision>
  <dcterms:created xsi:type="dcterms:W3CDTF">2026-04-24T04:53:57Z</dcterms:created>
  <dcterms:modified xsi:type="dcterms:W3CDTF">2026-04-24T04:53:57Z</dcterms:modified>
</cp:coreProperties>
</file>